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5155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885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7397353" y="572691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9765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7289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5156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9829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5156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9829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5156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9829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4324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876" y="572691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831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8957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9923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2049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3406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8807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30100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1753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3108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8292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9401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6732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8936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8936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8936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2915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657648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9447248" y="1930698"/>
            <a:ext cx="2128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613025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9716056" y="2886075"/>
            <a:ext cx="1859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568502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9512008" y="3841552"/>
            <a:ext cx="20640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523879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9670087" y="4796929"/>
            <a:ext cx="19059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479256"/>
            <a:ext cx="4056953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NUC (2018), UNESCO/World Bank, UNILAG and LASU. *Assumes ₦12,000 per student per month, 3% take rate.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1" name="Text 29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769170"/>
            <a:ext cx="274954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campus commerce.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3833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2688134"/>
            <a:ext cx="346710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rentals, packages: near you</a:t>
            </a:r>
            <a:endParaRPr lang="en-US" sz="107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3352502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164530" y="3657302"/>
            <a:ext cx="3090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storefronts, chat and negotiation</a:t>
            </a:r>
            <a:endParaRPr lang="en-US" sz="1070" dirty="0"/>
          </a:p>
        </p:txBody>
      </p:sp>
      <p:sp>
        <p:nvSpPr>
          <p:cNvPr id="10" name="Text 8"/>
          <p:cNvSpPr txBox="1"/>
          <p:nvPr/>
        </p:nvSpPr>
        <p:spPr>
          <a:xfrm>
            <a:off x="1164530" y="4321671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164530" y="4626471"/>
            <a:ext cx="272862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track, rate, with a record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1644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1644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3040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3040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5985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1539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5381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30713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1569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6045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1554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474990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719961"/>
            <a:ext cx="172930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it. Vendors send offers.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474990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719961"/>
            <a:ext cx="14939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week of promotion</a:t>
            </a:r>
            <a:endParaRPr lang="en-US" sz="89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474990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719961"/>
            <a:ext cx="13353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Negotiate, rent, book</a:t>
            </a:r>
            <a:endParaRPr lang="en-US" sz="89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474990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719961"/>
            <a:ext cx="11752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finds things</a:t>
            </a:r>
            <a:endParaRPr lang="en-US" sz="89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474990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719961"/>
            <a:ext cx="14618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offers, referrals</a:t>
            </a:r>
            <a:endParaRPr lang="en-US" sz="890" dirty="0"/>
          </a:p>
        </p:txBody>
      </p:sp>
      <p:sp>
        <p:nvSpPr>
          <p:cNvPr id="35" name="Text 33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6" name="Text 34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28014" y="572691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499096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633266"/>
            <a:ext cx="25171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today. Tap the screens.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28479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797399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28479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797399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28479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797399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10187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10187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896148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896148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284093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868" y="572691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1262" y="190797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8508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9701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921298"/>
            <a:ext cx="3754917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797977" y="190797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8508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9701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921298"/>
            <a:ext cx="3878704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4002385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4002385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4002385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4002385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253706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253706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253706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253706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78648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78648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78648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78648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903589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903589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903589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903589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244405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228530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228530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228530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690592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703292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703292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703292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703292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703292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40" name="Text 38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41" name="Text 39"/>
          <p:cNvSpPr txBox="1"/>
          <p:nvPr/>
        </p:nvSpPr>
        <p:spPr>
          <a:xfrm>
            <a:off x="4478150" y="6108700"/>
            <a:ext cx="5950920" cy="26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333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6730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6730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6730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8126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1032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1844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6185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6185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6185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6185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5919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9715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4666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5478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5211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9617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1242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640957"/>
            <a:ext cx="38016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building for students; each campus makes the next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4960739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4960739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4960739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4960739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4960739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4960739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715691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956991"/>
            <a:ext cx="230545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promo week pulls vendors in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469852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711152"/>
            <a:ext cx="147536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reps, QR stalls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224014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465314"/>
            <a:ext cx="1617303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name: @levromart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978176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219476"/>
            <a:ext cx="226235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and referral rewards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732338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973638"/>
            <a:ext cx="186827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(in progress, not live)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42" name="Text 40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43" name="Text 41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41905" y="572691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207121"/>
            <a:ext cx="53376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593280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283545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593280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283545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793927"/>
            <a:ext cx="94358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17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4030067"/>
            <a:ext cx="18339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stock, fleet or warehouses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793927"/>
            <a:ext cx="191551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17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4030067"/>
            <a:ext cx="199684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Reminders, auto-complete, Levi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508996"/>
            <a:ext cx="166242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17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4961037"/>
            <a:ext cx="17564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institutions in the app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508996"/>
            <a:ext cx="98244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4745137"/>
            <a:ext cx="185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app, managed database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3016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648127"/>
            <a:ext cx="40565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vendors: 1,100 (M12) → 3,600 (M24) → 8,500 (M36).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408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294063"/>
            <a:ext cx="3059224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3% on sales or ₦999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794125"/>
            <a:ext cx="2910382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team, tools under ₦150K a month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4294188"/>
            <a:ext cx="32909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 cash buffer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8408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294063"/>
            <a:ext cx="3004443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verified vendors, ratings, disputes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794125"/>
            <a:ext cx="2701026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 and auto-complete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4294188"/>
            <a:ext cx="3174730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Privacy, Refund (Oct 2026)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8408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294063"/>
            <a:ext cx="2979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extends product life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79614"/>
            <a:ext cx="2504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shorter trips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865166"/>
            <a:ext cx="25948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 with no shop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40834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238452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454352"/>
            <a:ext cx="19500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first; runway to month 19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238452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454352"/>
            <a:ext cx="217158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Ambassadors, Vendor of the Week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238452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454352"/>
            <a:ext cx="173748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partner coming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238452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454352"/>
            <a:ext cx="20405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chat, add trust and records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8000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8000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8000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8000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2097088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2097088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2097088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2097088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446337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446337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446337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446337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7955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7955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7955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7955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163888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163888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163888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163888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5131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5131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3270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6572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3270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6572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3270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6572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3270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6572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229721"/>
            <a:ext cx="366903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8102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9" name="Text 37"/>
          <p:cNvSpPr txBox="1"/>
          <p:nvPr/>
        </p:nvSpPr>
        <p:spPr>
          <a:xfrm>
            <a:off x="4468979" y="6175970"/>
            <a:ext cx="4411329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333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57383" y="572691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760688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984129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1683147" y="3760688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3984129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2959894" y="3760688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3984129"/>
            <a:ext cx="953566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4236641" y="3760688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3984129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3" name="Text 11"/>
          <p:cNvSpPr txBox="1"/>
          <p:nvPr/>
        </p:nvSpPr>
        <p:spPr>
          <a:xfrm>
            <a:off x="5513388" y="3760788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159448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6790234" y="3760688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159349"/>
            <a:ext cx="120060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8066980" y="3760688"/>
            <a:ext cx="856319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159349"/>
            <a:ext cx="1157825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9343727" y="3760688"/>
            <a:ext cx="11904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03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3984129"/>
            <a:ext cx="9814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720" dirty="0"/>
          </a:p>
        </p:txBody>
      </p:sp>
      <p:sp>
        <p:nvSpPr>
          <p:cNvPr id="21" name="Text 19"/>
          <p:cNvSpPr txBox="1"/>
          <p:nvPr/>
        </p:nvSpPr>
        <p:spPr>
          <a:xfrm>
            <a:off x="10620474" y="3760788"/>
            <a:ext cx="9478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3984228"/>
            <a:ext cx="101407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720" dirty="0"/>
          </a:p>
        </p:txBody>
      </p:sp>
      <p:sp>
        <p:nvSpPr>
          <p:cNvPr id="23" name="Text 21"/>
          <p:cNvSpPr txBox="1"/>
          <p:nvPr/>
        </p:nvSpPr>
        <p:spPr>
          <a:xfrm>
            <a:off x="768251" y="5211366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3427016" y="5211366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5941516" y="5211366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94491" y="572691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0343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4220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4220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6644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6644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906838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906838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1492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1492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3916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3916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1367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8251" y="553144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10717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4867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8702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4867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8702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4867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8702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4867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8702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4923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8137922" y="3806726"/>
            <a:ext cx="38174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scan. Everything LevroMart.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137922" y="4161234"/>
            <a:ext cx="2434554" cy="52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Instagram, TikTok, LinkedIn, WhatsApp community and more, all on levromart.com/links.</a:t>
            </a:r>
            <a:endParaRPr lang="en-US" sz="890" dirty="0"/>
          </a:p>
        </p:txBody>
      </p:sp>
      <p:sp>
        <p:nvSpPr>
          <p:cNvPr id="30" name="Text 28"/>
          <p:cNvSpPr txBox="1"/>
          <p:nvPr/>
        </p:nvSpPr>
        <p:spPr>
          <a:xfrm>
            <a:off x="6330851" y="5283597"/>
            <a:ext cx="5934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60" dirty="0"/>
          </a:p>
        </p:txBody>
      </p:sp>
      <p:sp>
        <p:nvSpPr>
          <p:cNvPr id="31" name="Text 29"/>
          <p:cNvSpPr txBox="1"/>
          <p:nvPr/>
        </p:nvSpPr>
        <p:spPr>
          <a:xfrm>
            <a:off x="7129859" y="5283597"/>
            <a:ext cx="4049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60" dirty="0"/>
          </a:p>
        </p:txBody>
      </p:sp>
      <p:sp>
        <p:nvSpPr>
          <p:cNvPr id="32" name="Text 30"/>
          <p:cNvSpPr txBox="1"/>
          <p:nvPr/>
        </p:nvSpPr>
        <p:spPr>
          <a:xfrm>
            <a:off x="7740352" y="5283597"/>
            <a:ext cx="56068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60" dirty="0"/>
          </a:p>
        </p:txBody>
      </p:sp>
      <p:sp>
        <p:nvSpPr>
          <p:cNvPr id="33" name="Text 31"/>
          <p:cNvSpPr txBox="1"/>
          <p:nvPr/>
        </p:nvSpPr>
        <p:spPr>
          <a:xfrm>
            <a:off x="8506619" y="5283597"/>
            <a:ext cx="1317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760" dirty="0"/>
          </a:p>
        </p:txBody>
      </p:sp>
      <p:sp>
        <p:nvSpPr>
          <p:cNvPr id="34" name="Text 32"/>
          <p:cNvSpPr txBox="1"/>
          <p:nvPr/>
        </p:nvSpPr>
        <p:spPr>
          <a:xfrm>
            <a:off x="8843963" y="5283597"/>
            <a:ext cx="49926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60" dirty="0"/>
          </a:p>
        </p:txBody>
      </p:sp>
      <p:sp>
        <p:nvSpPr>
          <p:cNvPr id="35" name="Text 33"/>
          <p:cNvSpPr txBox="1"/>
          <p:nvPr/>
        </p:nvSpPr>
        <p:spPr>
          <a:xfrm>
            <a:off x="9548812" y="5283597"/>
            <a:ext cx="61138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10365780" y="5283597"/>
            <a:ext cx="5300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Substack</a:t>
            </a:r>
            <a:endParaRPr lang="en-US" sz="760" dirty="0"/>
          </a:p>
        </p:txBody>
      </p:sp>
      <p:sp>
        <p:nvSpPr>
          <p:cNvPr id="37" name="Text 35"/>
          <p:cNvSpPr txBox="1"/>
          <p:nvPr/>
        </p:nvSpPr>
        <p:spPr>
          <a:xfrm>
            <a:off x="6228060" y="5574308"/>
            <a:ext cx="498546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name everywhere: @levromart · Thank you · AMSUL Business Pitch Competition 2026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9" name="Text 37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40" name="Text 38"/>
          <p:cNvSpPr txBox="1"/>
          <p:nvPr/>
        </p:nvSpPr>
        <p:spPr>
          <a:xfrm>
            <a:off x="107309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2026-10-25T00:19:43Z</dcterms:created>
  <dcterms:modified xsi:type="dcterms:W3CDTF">2026-10-25T00:19:43Z</dcterms:modified>
</cp:coreProperties>
</file>