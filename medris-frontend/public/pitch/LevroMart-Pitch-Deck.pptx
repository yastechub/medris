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5155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885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65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728938"/>
            <a:ext cx="23699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campus marketplace.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4249241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716562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2563316" y="4249241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716562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4379813" y="4249241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716562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2" name="Text 10"/>
          <p:cNvSpPr txBox="1"/>
          <p:nvPr/>
        </p:nvSpPr>
        <p:spPr>
          <a:xfrm>
            <a:off x="406400" y="5166023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876" y="572691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831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8957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9923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2049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3406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8807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30100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1753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3108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8292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9401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6732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8936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8936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8936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2915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644650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10282759" y="1917700"/>
            <a:ext cx="12932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466380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10177232" y="2739430"/>
            <a:ext cx="13988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Nigeria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288209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10269383" y="3561259"/>
            <a:ext cx="1306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109938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10036353" y="4382988"/>
            <a:ext cx="15396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4931668"/>
            <a:ext cx="323513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*At a 3% take rate. Sources: NUC, UNESCO, UNILAG, LASU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1" name="Text 29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2" name="Text 30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769170"/>
            <a:ext cx="204864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app. Whole campus.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4341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3300214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4166295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477657" y="11644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8695502" y="11644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9853975" y="13040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10857043" y="13040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5933380" y="15985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8970863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10159802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21539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5933380" y="25381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5933380" y="30713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10159802" y="31569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36045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831780" y="41554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2" name="Text 20"/>
          <p:cNvSpPr txBox="1"/>
          <p:nvPr/>
        </p:nvSpPr>
        <p:spPr>
          <a:xfrm>
            <a:off x="534591" y="5682159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15307" y="5682159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96123" y="5682159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776839" y="5682159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857655" y="5682159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28014" y="572691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703388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793210" y="3024188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593108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8560991" y="3024188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593108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10328771" y="3024188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593108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6989961" y="4305895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662021" y="4305895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989961" y="4691856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662021" y="4691856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4000" y="5079802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6" name="Text 14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868" y="572691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1262" y="190797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8508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9701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921298"/>
            <a:ext cx="14834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when you sell.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797977" y="190797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8508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9701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921298"/>
            <a:ext cx="13517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Flat. Predictable.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783013"/>
            <a:ext cx="14829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ACTIVE VENDOR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6292354" y="3783013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8587978" y="3783013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783013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034334"/>
            <a:ext cx="201764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win a vendor (CAC)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6163072" y="4034334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8504337" y="4034334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785574" y="4034334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359275"/>
            <a:ext cx="151060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 (LTV)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6096695" y="4359275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421886" y="4359275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66524" y="4359275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700091"/>
            <a:ext cx="150147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5671637" y="4684216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27" name="Text 25"/>
          <p:cNvSpPr txBox="1"/>
          <p:nvPr/>
        </p:nvSpPr>
        <p:spPr>
          <a:xfrm>
            <a:off x="7984671" y="4684216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28" name="Text 26"/>
          <p:cNvSpPr txBox="1"/>
          <p:nvPr/>
        </p:nvSpPr>
        <p:spPr>
          <a:xfrm>
            <a:off x="10313052" y="4684216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29" name="Text 27"/>
          <p:cNvSpPr txBox="1"/>
          <p:nvPr/>
        </p:nvSpPr>
        <p:spPr>
          <a:xfrm>
            <a:off x="656530" y="5146278"/>
            <a:ext cx="39409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1347589" y="5158978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2660253" y="5158978"/>
            <a:ext cx="17662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Sponsored Vendor of the Week</a:t>
            </a:r>
            <a:endParaRPr lang="en-US" sz="790" dirty="0"/>
          </a:p>
        </p:txBody>
      </p:sp>
      <p:sp>
        <p:nvSpPr>
          <p:cNvPr id="32" name="Text 30"/>
          <p:cNvSpPr txBox="1"/>
          <p:nvPr/>
        </p:nvSpPr>
        <p:spPr>
          <a:xfrm>
            <a:off x="4671417" y="5158978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3" name="Text 31"/>
          <p:cNvSpPr txBox="1"/>
          <p:nvPr/>
        </p:nvSpPr>
        <p:spPr>
          <a:xfrm>
            <a:off x="5777607" y="5158978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7268071" y="5158978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8" name="Text 36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6730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6730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6730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8126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1032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1844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6185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6185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6185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6185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5919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9715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4666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5478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5211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9617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1242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97780" y="4715867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1389757" y="4715867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2126258" y="4715867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3519487" y="4715867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4640263" y="4715867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5501779" y="4715867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7290495" y="1811437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2565598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3319760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4073922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4828084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35" name="Text 33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8" name="Text 36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40646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41905" y="572691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779520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56530" y="2175570"/>
            <a:ext cx="67270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56530" y="2306241"/>
            <a:ext cx="1111856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4820" dirty="0"/>
          </a:p>
        </p:txBody>
      </p:sp>
      <p:sp>
        <p:nvSpPr>
          <p:cNvPr id="7" name="Text 5"/>
          <p:cNvSpPr txBox="1"/>
          <p:nvPr/>
        </p:nvSpPr>
        <p:spPr>
          <a:xfrm>
            <a:off x="656530" y="3153271"/>
            <a:ext cx="10915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1030" dirty="0"/>
          </a:p>
        </p:txBody>
      </p:sp>
      <p:sp>
        <p:nvSpPr>
          <p:cNvPr id="8" name="Text 6"/>
          <p:cNvSpPr txBox="1"/>
          <p:nvPr/>
        </p:nvSpPr>
        <p:spPr>
          <a:xfrm>
            <a:off x="798711" y="3540522"/>
            <a:ext cx="10765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₦5M revenue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93345" y="2175570"/>
            <a:ext cx="69730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4693345" y="2306241"/>
            <a:ext cx="1692467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4820" dirty="0"/>
          </a:p>
        </p:txBody>
      </p:sp>
      <p:sp>
        <p:nvSpPr>
          <p:cNvPr id="11" name="Text 9"/>
          <p:cNvSpPr txBox="1"/>
          <p:nvPr/>
        </p:nvSpPr>
        <p:spPr>
          <a:xfrm>
            <a:off x="4693345" y="3153271"/>
            <a:ext cx="10915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4835525" y="3540522"/>
            <a:ext cx="11774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₦33M revenue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730258" y="2175570"/>
            <a:ext cx="69641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890" dirty="0"/>
          </a:p>
        </p:txBody>
      </p:sp>
      <p:sp>
        <p:nvSpPr>
          <p:cNvPr id="14" name="Text 12"/>
          <p:cNvSpPr txBox="1"/>
          <p:nvPr/>
        </p:nvSpPr>
        <p:spPr>
          <a:xfrm>
            <a:off x="8730258" y="2306241"/>
            <a:ext cx="1747248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4820" dirty="0"/>
          </a:p>
        </p:txBody>
      </p:sp>
      <p:sp>
        <p:nvSpPr>
          <p:cNvPr id="15" name="Text 13"/>
          <p:cNvSpPr txBox="1"/>
          <p:nvPr/>
        </p:nvSpPr>
        <p:spPr>
          <a:xfrm>
            <a:off x="8730258" y="3153271"/>
            <a:ext cx="10915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8872438" y="3540522"/>
            <a:ext cx="121589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₦115M revenue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205111" y="4641354"/>
            <a:ext cx="108669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085431" y="4641354"/>
            <a:ext cx="11130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6965752" y="4514354"/>
            <a:ext cx="1128524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playbook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9846072" y="4641354"/>
            <a:ext cx="123277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Cloud-ready</a:t>
            </a:r>
            <a:endParaRPr lang="en-US" sz="1380" dirty="0"/>
          </a:p>
        </p:txBody>
      </p:sp>
      <p:sp>
        <p:nvSpPr>
          <p:cNvPr id="21" name="Text 19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8408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294063"/>
            <a:ext cx="14659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or ₦999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pricing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579614"/>
            <a:ext cx="14615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3865166"/>
            <a:ext cx="16823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 19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8408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294063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579614"/>
            <a:ext cx="146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orders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3865166"/>
            <a:ext cx="10560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policies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8408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294063"/>
            <a:ext cx="11649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reuse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79614"/>
            <a:ext cx="7050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local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865166"/>
            <a:ext cx="12381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income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86871"/>
            <a:ext cx="1101240" cy="297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026720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242620"/>
            <a:ext cx="66813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295577" y="5026720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295577" y="5242620"/>
            <a:ext cx="123479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activations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471741" y="5026720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471741" y="5242620"/>
            <a:ext cx="6990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8647906" y="5026720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8647906" y="5242620"/>
            <a:ext cx="5980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trust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0801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53525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737791" y="2819003"/>
            <a:ext cx="9252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 MILLION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3296841" y="2819003"/>
            <a:ext cx="60930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890" dirty="0"/>
          </a:p>
        </p:txBody>
      </p:sp>
      <p:sp>
        <p:nvSpPr>
          <p:cNvPr id="7" name="Text 5"/>
          <p:cNvSpPr txBox="1"/>
          <p:nvPr/>
        </p:nvSpPr>
        <p:spPr>
          <a:xfrm>
            <a:off x="4445397" y="2819003"/>
            <a:ext cx="63390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890" dirty="0"/>
          </a:p>
        </p:txBody>
      </p:sp>
      <p:sp>
        <p:nvSpPr>
          <p:cNvPr id="8" name="Text 6"/>
          <p:cNvSpPr txBox="1"/>
          <p:nvPr/>
        </p:nvSpPr>
        <p:spPr>
          <a:xfrm>
            <a:off x="5628283" y="2819003"/>
            <a:ext cx="63301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890" dirty="0"/>
          </a:p>
        </p:txBody>
      </p:sp>
      <p:sp>
        <p:nvSpPr>
          <p:cNvPr id="9" name="Text 7"/>
          <p:cNvSpPr txBox="1"/>
          <p:nvPr/>
        </p:nvSpPr>
        <p:spPr>
          <a:xfrm>
            <a:off x="758130" y="3203674"/>
            <a:ext cx="9797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3493195" y="3203674"/>
            <a:ext cx="39260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524673" y="3203674"/>
            <a:ext cx="534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642570" y="3203674"/>
            <a:ext cx="5983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758130" y="3778945"/>
            <a:ext cx="6505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3407866" y="3778945"/>
            <a:ext cx="4779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496891" y="3778945"/>
            <a:ext cx="5620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5703292" y="3778945"/>
            <a:ext cx="5376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758130" y="4347865"/>
            <a:ext cx="84527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1930" dirty="0"/>
          </a:p>
        </p:txBody>
      </p:sp>
      <p:sp>
        <p:nvSpPr>
          <p:cNvPr id="18" name="Text 16"/>
          <p:cNvSpPr txBox="1"/>
          <p:nvPr/>
        </p:nvSpPr>
        <p:spPr>
          <a:xfrm>
            <a:off x="3098066" y="4347865"/>
            <a:ext cx="78773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930" dirty="0"/>
          </a:p>
        </p:txBody>
      </p:sp>
      <p:sp>
        <p:nvSpPr>
          <p:cNvPr id="19" name="Text 17"/>
          <p:cNvSpPr txBox="1"/>
          <p:nvPr/>
        </p:nvSpPr>
        <p:spPr>
          <a:xfrm>
            <a:off x="4657328" y="4347865"/>
            <a:ext cx="40163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930" dirty="0"/>
          </a:p>
        </p:txBody>
      </p:sp>
      <p:sp>
        <p:nvSpPr>
          <p:cNvPr id="20" name="Text 18"/>
          <p:cNvSpPr txBox="1"/>
          <p:nvPr/>
        </p:nvSpPr>
        <p:spPr>
          <a:xfrm>
            <a:off x="5675511" y="4347865"/>
            <a:ext cx="565448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930" dirty="0"/>
          </a:p>
        </p:txBody>
      </p:sp>
      <p:sp>
        <p:nvSpPr>
          <p:cNvPr id="21" name="Text 19"/>
          <p:cNvSpPr txBox="1"/>
          <p:nvPr/>
        </p:nvSpPr>
        <p:spPr>
          <a:xfrm>
            <a:off x="7066260" y="2247007"/>
            <a:ext cx="1913713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3160" dirty="0"/>
          </a:p>
        </p:txBody>
      </p:sp>
      <p:sp>
        <p:nvSpPr>
          <p:cNvPr id="22" name="Text 20"/>
          <p:cNvSpPr txBox="1"/>
          <p:nvPr/>
        </p:nvSpPr>
        <p:spPr>
          <a:xfrm>
            <a:off x="7066260" y="2828627"/>
            <a:ext cx="11440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890" dirty="0"/>
          </a:p>
        </p:txBody>
      </p:sp>
      <p:sp>
        <p:nvSpPr>
          <p:cNvPr id="23" name="Text 21"/>
          <p:cNvSpPr txBox="1"/>
          <p:nvPr/>
        </p:nvSpPr>
        <p:spPr>
          <a:xfrm>
            <a:off x="7066260" y="3410049"/>
            <a:ext cx="1557639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3160" dirty="0"/>
          </a:p>
        </p:txBody>
      </p:sp>
      <p:sp>
        <p:nvSpPr>
          <p:cNvPr id="24" name="Text 22"/>
          <p:cNvSpPr txBox="1"/>
          <p:nvPr/>
        </p:nvSpPr>
        <p:spPr>
          <a:xfrm>
            <a:off x="7066260" y="3991670"/>
            <a:ext cx="15250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7066260" y="4573091"/>
            <a:ext cx="134212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3160" dirty="0"/>
          </a:p>
        </p:txBody>
      </p:sp>
      <p:sp>
        <p:nvSpPr>
          <p:cNvPr id="26" name="Text 24"/>
          <p:cNvSpPr txBox="1"/>
          <p:nvPr/>
        </p:nvSpPr>
        <p:spPr>
          <a:xfrm>
            <a:off x="7066260" y="5154712"/>
            <a:ext cx="77722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1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ASK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4538113" y="6175970"/>
            <a:ext cx="229781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333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Estimates, to be validated with live billing data.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57383" y="572691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357511" y="2114054"/>
            <a:ext cx="123829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380" dirty="0"/>
          </a:p>
        </p:txBody>
      </p:sp>
      <p:sp>
        <p:nvSpPr>
          <p:cNvPr id="6" name="Text 4"/>
          <p:cNvSpPr txBox="1"/>
          <p:nvPr/>
        </p:nvSpPr>
        <p:spPr>
          <a:xfrm>
            <a:off x="1357511" y="2411214"/>
            <a:ext cx="12210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830" dirty="0"/>
          </a:p>
        </p:txBody>
      </p:sp>
      <p:sp>
        <p:nvSpPr>
          <p:cNvPr id="7" name="Text 5"/>
          <p:cNvSpPr txBox="1"/>
          <p:nvPr/>
        </p:nvSpPr>
        <p:spPr>
          <a:xfrm>
            <a:off x="5211465" y="2114054"/>
            <a:ext cx="119763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380" dirty="0"/>
          </a:p>
        </p:txBody>
      </p:sp>
      <p:sp>
        <p:nvSpPr>
          <p:cNvPr id="8" name="Text 6"/>
          <p:cNvSpPr txBox="1"/>
          <p:nvPr/>
        </p:nvSpPr>
        <p:spPr>
          <a:xfrm>
            <a:off x="5211465" y="2411214"/>
            <a:ext cx="2222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9065518" y="2114054"/>
            <a:ext cx="15729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380" dirty="0"/>
          </a:p>
        </p:txBody>
      </p:sp>
      <p:sp>
        <p:nvSpPr>
          <p:cNvPr id="10" name="Text 8"/>
          <p:cNvSpPr txBox="1"/>
          <p:nvPr/>
        </p:nvSpPr>
        <p:spPr>
          <a:xfrm>
            <a:off x="9065518" y="2411214"/>
            <a:ext cx="1879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BIZ DEV LEAD</a:t>
            </a:r>
            <a:endParaRPr lang="en-US" sz="830" dirty="0"/>
          </a:p>
        </p:txBody>
      </p:sp>
      <p:sp>
        <p:nvSpPr>
          <p:cNvPr id="11" name="Text 9"/>
          <p:cNvSpPr txBox="1"/>
          <p:nvPr/>
        </p:nvSpPr>
        <p:spPr>
          <a:xfrm>
            <a:off x="1357511" y="3325316"/>
            <a:ext cx="10770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380" dirty="0"/>
          </a:p>
        </p:txBody>
      </p:sp>
      <p:sp>
        <p:nvSpPr>
          <p:cNvPr id="12" name="Text 10"/>
          <p:cNvSpPr txBox="1"/>
          <p:nvPr/>
        </p:nvSpPr>
        <p:spPr>
          <a:xfrm>
            <a:off x="1357511" y="3622477"/>
            <a:ext cx="21990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830" dirty="0"/>
          </a:p>
        </p:txBody>
      </p:sp>
      <p:sp>
        <p:nvSpPr>
          <p:cNvPr id="13" name="Text 11"/>
          <p:cNvSpPr txBox="1"/>
          <p:nvPr/>
        </p:nvSpPr>
        <p:spPr>
          <a:xfrm>
            <a:off x="5211465" y="3325316"/>
            <a:ext cx="17785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380" dirty="0"/>
          </a:p>
        </p:txBody>
      </p:sp>
      <p:sp>
        <p:nvSpPr>
          <p:cNvPr id="14" name="Text 12"/>
          <p:cNvSpPr txBox="1"/>
          <p:nvPr/>
        </p:nvSpPr>
        <p:spPr>
          <a:xfrm>
            <a:off x="5211465" y="3622477"/>
            <a:ext cx="21973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9065518" y="3325316"/>
            <a:ext cx="2111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380" dirty="0"/>
          </a:p>
        </p:txBody>
      </p:sp>
      <p:sp>
        <p:nvSpPr>
          <p:cNvPr id="16" name="Text 14"/>
          <p:cNvSpPr txBox="1"/>
          <p:nvPr/>
        </p:nvSpPr>
        <p:spPr>
          <a:xfrm>
            <a:off x="9065518" y="3622477"/>
            <a:ext cx="21896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LEAD</a:t>
            </a:r>
            <a:endParaRPr lang="en-US" sz="830" dirty="0"/>
          </a:p>
        </p:txBody>
      </p:sp>
      <p:sp>
        <p:nvSpPr>
          <p:cNvPr id="17" name="Text 15"/>
          <p:cNvSpPr txBox="1"/>
          <p:nvPr/>
        </p:nvSpPr>
        <p:spPr>
          <a:xfrm>
            <a:off x="1357511" y="4536579"/>
            <a:ext cx="19005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1357511" y="4833739"/>
            <a:ext cx="26342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(FB &amp; TIKTOK)</a:t>
            </a:r>
            <a:endParaRPr lang="en-US" sz="830" dirty="0"/>
          </a:p>
        </p:txBody>
      </p:sp>
      <p:sp>
        <p:nvSpPr>
          <p:cNvPr id="19" name="Text 17"/>
          <p:cNvSpPr txBox="1"/>
          <p:nvPr/>
        </p:nvSpPr>
        <p:spPr>
          <a:xfrm>
            <a:off x="5211465" y="4536579"/>
            <a:ext cx="15872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5211465" y="4833739"/>
            <a:ext cx="11221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9065518" y="4536579"/>
            <a:ext cx="126377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380" dirty="0"/>
          </a:p>
        </p:txBody>
      </p:sp>
      <p:sp>
        <p:nvSpPr>
          <p:cNvPr id="22" name="Text 20"/>
          <p:cNvSpPr txBox="1"/>
          <p:nvPr/>
        </p:nvSpPr>
        <p:spPr>
          <a:xfrm>
            <a:off x="9065518" y="4833739"/>
            <a:ext cx="18121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(X)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91173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94491" y="572691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0343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422055"/>
            <a:ext cx="12877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241205" y="34220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664446"/>
            <a:ext cx="99189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214713" y="36644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906838"/>
            <a:ext cx="9655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214713" y="3906838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1492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260354" y="41492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391620"/>
            <a:ext cx="101545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reserve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245273" y="43916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6228060" y="1071761"/>
            <a:ext cx="18235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12 MONTHS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6417270" y="1568152"/>
            <a:ext cx="149553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3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3030" dirty="0"/>
          </a:p>
        </p:txBody>
      </p:sp>
      <p:sp>
        <p:nvSpPr>
          <p:cNvPr id="18" name="Text 16"/>
          <p:cNvSpPr txBox="1"/>
          <p:nvPr/>
        </p:nvSpPr>
        <p:spPr>
          <a:xfrm>
            <a:off x="6417270" y="2167533"/>
            <a:ext cx="4958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830" dirty="0"/>
          </a:p>
        </p:txBody>
      </p:sp>
      <p:sp>
        <p:nvSpPr>
          <p:cNvPr id="19" name="Text 17"/>
          <p:cNvSpPr txBox="1"/>
          <p:nvPr/>
        </p:nvSpPr>
        <p:spPr>
          <a:xfrm>
            <a:off x="8303617" y="1568152"/>
            <a:ext cx="104263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3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3030" dirty="0"/>
          </a:p>
        </p:txBody>
      </p:sp>
      <p:sp>
        <p:nvSpPr>
          <p:cNvPr id="20" name="Text 18"/>
          <p:cNvSpPr txBox="1"/>
          <p:nvPr/>
        </p:nvSpPr>
        <p:spPr>
          <a:xfrm>
            <a:off x="8303617" y="2167533"/>
            <a:ext cx="7331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10189964" y="1568152"/>
            <a:ext cx="90972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3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3030" dirty="0"/>
          </a:p>
        </p:txBody>
      </p:sp>
      <p:sp>
        <p:nvSpPr>
          <p:cNvPr id="22" name="Text 20"/>
          <p:cNvSpPr txBox="1"/>
          <p:nvPr/>
        </p:nvSpPr>
        <p:spPr>
          <a:xfrm>
            <a:off x="10189964" y="2167533"/>
            <a:ext cx="14785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6228060" y="2783185"/>
            <a:ext cx="5018906" cy="1014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3030" dirty="0"/>
          </a:p>
        </p:txBody>
      </p:sp>
      <p:sp>
        <p:nvSpPr>
          <p:cNvPr id="24" name="Text 22"/>
          <p:cNvSpPr txBox="1"/>
          <p:nvPr/>
        </p:nvSpPr>
        <p:spPr>
          <a:xfrm>
            <a:off x="10941248" y="6334820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792460" y="614799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589834" y="614799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9613305" y="614809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2026-10-25T00:27:08Z</dcterms:created>
  <dcterms:modified xsi:type="dcterms:W3CDTF">2026-10-25T00:27:08Z</dcterms:modified>
</cp:coreProperties>
</file>