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5155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885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65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728938"/>
            <a:ext cx="23699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campus marketplace.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4249241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716562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8" name="Text 6"/>
          <p:cNvSpPr txBox="1"/>
          <p:nvPr/>
        </p:nvSpPr>
        <p:spPr>
          <a:xfrm>
            <a:off x="2563316" y="4249241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716562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4379813" y="4249241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716562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2" name="Text 10"/>
          <p:cNvSpPr txBox="1"/>
          <p:nvPr/>
        </p:nvSpPr>
        <p:spPr>
          <a:xfrm>
            <a:off x="406400" y="5166023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876" y="572691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831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8957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9923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2049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3406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8807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30100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1753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3108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8292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9401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6732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8936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8936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8936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2915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717774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10282759" y="1990824"/>
            <a:ext cx="12932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612727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10177232" y="2885777"/>
            <a:ext cx="13988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Nigeria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507581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10269383" y="3780631"/>
            <a:ext cx="1306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402534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10036353" y="4675584"/>
            <a:ext cx="15396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297388"/>
            <a:ext cx="323513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*At a 3% take rate. Sources: NUC, UNESCO, UNILAG, LASU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1" name="Text 29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769170"/>
            <a:ext cx="204864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app. Whole campus.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4341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3300214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4166295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7477657" y="11644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8695502" y="11644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9853975" y="13040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10857043" y="13040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5933380" y="15985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8970863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10159802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21539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5933380" y="25381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5933380" y="30713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10159802" y="31569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36045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831780" y="41554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2" name="Text 20"/>
          <p:cNvSpPr txBox="1"/>
          <p:nvPr/>
        </p:nvSpPr>
        <p:spPr>
          <a:xfrm>
            <a:off x="761575" y="5641479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95888" y="5641479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907929" y="5641479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919211" y="5641479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107998" y="5641479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28014" y="572691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886248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793210" y="3207048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775968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8560991" y="3207048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775968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10328771" y="3207048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775968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6989961" y="4488755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662021" y="4488755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989961" y="4874716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662021" y="4874716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604000" y="5262662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6" name="Text 14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868" y="572691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1262" y="190797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8508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9701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921298"/>
            <a:ext cx="14834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when you sell.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797977" y="190797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8508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9701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921298"/>
            <a:ext cx="13517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Flat. Predictable.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783013"/>
            <a:ext cx="14829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ACTIVE VENDOR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6483846" y="3783013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8684320" y="3783013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783013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050209"/>
            <a:ext cx="22792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on cost to win a vendor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5863130" y="4034334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19" name="Text 17"/>
          <p:cNvSpPr txBox="1"/>
          <p:nvPr/>
        </p:nvSpPr>
        <p:spPr>
          <a:xfrm>
            <a:off x="8081012" y="4034334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20" name="Text 18"/>
          <p:cNvSpPr txBox="1"/>
          <p:nvPr/>
        </p:nvSpPr>
        <p:spPr>
          <a:xfrm>
            <a:off x="10313052" y="4034334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21" name="Text 19"/>
          <p:cNvSpPr txBox="1"/>
          <p:nvPr/>
        </p:nvSpPr>
        <p:spPr>
          <a:xfrm>
            <a:off x="656530" y="4496395"/>
            <a:ext cx="39409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</a:t>
            </a:r>
            <a:endParaRPr lang="en-US" sz="790" dirty="0"/>
          </a:p>
        </p:txBody>
      </p:sp>
      <p:sp>
        <p:nvSpPr>
          <p:cNvPr id="22" name="Text 20"/>
          <p:cNvSpPr txBox="1"/>
          <p:nvPr/>
        </p:nvSpPr>
        <p:spPr>
          <a:xfrm>
            <a:off x="1347589" y="4509095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23" name="Text 21"/>
          <p:cNvSpPr txBox="1"/>
          <p:nvPr/>
        </p:nvSpPr>
        <p:spPr>
          <a:xfrm>
            <a:off x="2660253" y="4509095"/>
            <a:ext cx="176625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Vendor of the Week</a:t>
            </a:r>
            <a:endParaRPr lang="en-US" sz="790" dirty="0"/>
          </a:p>
        </p:txBody>
      </p:sp>
      <p:sp>
        <p:nvSpPr>
          <p:cNvPr id="24" name="Text 22"/>
          <p:cNvSpPr txBox="1"/>
          <p:nvPr/>
        </p:nvSpPr>
        <p:spPr>
          <a:xfrm>
            <a:off x="4671417" y="4509095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777607" y="4509095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7268071" y="4509095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0" name="Text 2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6730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6730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6730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8126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1032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1844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6185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6185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6185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6185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5919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9715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4666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5478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5211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9617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1242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97780" y="4715867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1389757" y="4715867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2126258" y="4715867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3519487" y="4715867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4640263" y="4715867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501779" y="4715867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7290495" y="1811437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2565598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3319760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4073922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4828084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35" name="Text 33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37" name="Text 35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38" name="Text 36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15116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SCALABILITY: HOW WE GROW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41905" y="572691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3019731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245691" y="1933377"/>
            <a:ext cx="172368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vendors</a:t>
            </a:r>
            <a:endParaRPr lang="en-US" sz="1790" dirty="0"/>
          </a:p>
        </p:txBody>
      </p:sp>
      <p:sp>
        <p:nvSpPr>
          <p:cNvPr id="6" name="Text 4"/>
          <p:cNvSpPr txBox="1"/>
          <p:nvPr/>
        </p:nvSpPr>
        <p:spPr>
          <a:xfrm>
            <a:off x="1164431" y="2573338"/>
            <a:ext cx="186445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1164431" y="3071118"/>
            <a:ext cx="2094298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</a:t>
            </a:r>
            <a:endParaRPr lang="en-US" sz="1310" dirty="0"/>
          </a:p>
        </p:txBody>
      </p:sp>
      <p:sp>
        <p:nvSpPr>
          <p:cNvPr id="8" name="Text 6"/>
          <p:cNvSpPr txBox="1"/>
          <p:nvPr/>
        </p:nvSpPr>
        <p:spPr>
          <a:xfrm>
            <a:off x="1164431" y="3568898"/>
            <a:ext cx="1610615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rewards</a:t>
            </a:r>
            <a:endParaRPr lang="en-US" sz="1310" dirty="0"/>
          </a:p>
        </p:txBody>
      </p:sp>
      <p:sp>
        <p:nvSpPr>
          <p:cNvPr id="9" name="Text 7"/>
          <p:cNvSpPr txBox="1"/>
          <p:nvPr/>
        </p:nvSpPr>
        <p:spPr>
          <a:xfrm>
            <a:off x="1164431" y="4066679"/>
            <a:ext cx="2454832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storefront in minutes</a:t>
            </a:r>
            <a:endParaRPr lang="en-US" sz="1310" dirty="0"/>
          </a:p>
        </p:txBody>
      </p:sp>
      <p:sp>
        <p:nvSpPr>
          <p:cNvPr id="10" name="Text 8"/>
          <p:cNvSpPr txBox="1"/>
          <p:nvPr/>
        </p:nvSpPr>
        <p:spPr>
          <a:xfrm>
            <a:off x="1164431" y="4564459"/>
            <a:ext cx="19861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onboarding stalls</a:t>
            </a:r>
            <a:endParaRPr lang="en-US" sz="1310" dirty="0"/>
          </a:p>
        </p:txBody>
      </p:sp>
      <p:sp>
        <p:nvSpPr>
          <p:cNvPr id="11" name="Text 9"/>
          <p:cNvSpPr txBox="1"/>
          <p:nvPr/>
        </p:nvSpPr>
        <p:spPr>
          <a:xfrm>
            <a:off x="7036891" y="1933377"/>
            <a:ext cx="2015843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customers</a:t>
            </a:r>
            <a:endParaRPr lang="en-US" sz="1790" dirty="0"/>
          </a:p>
        </p:txBody>
      </p:sp>
      <p:sp>
        <p:nvSpPr>
          <p:cNvPr id="12" name="Text 10"/>
          <p:cNvSpPr txBox="1"/>
          <p:nvPr/>
        </p:nvSpPr>
        <p:spPr>
          <a:xfrm>
            <a:off x="6955631" y="2573338"/>
            <a:ext cx="255367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promos &amp; discounts</a:t>
            </a:r>
            <a:endParaRPr lang="en-US" sz="1310" dirty="0"/>
          </a:p>
        </p:txBody>
      </p:sp>
      <p:sp>
        <p:nvSpPr>
          <p:cNvPr id="13" name="Text 11"/>
          <p:cNvSpPr txBox="1"/>
          <p:nvPr/>
        </p:nvSpPr>
        <p:spPr>
          <a:xfrm>
            <a:off x="6955631" y="3071118"/>
            <a:ext cx="151379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310" dirty="0"/>
          </a:p>
        </p:txBody>
      </p:sp>
      <p:sp>
        <p:nvSpPr>
          <p:cNvPr id="14" name="Text 12"/>
          <p:cNvSpPr txBox="1"/>
          <p:nvPr/>
        </p:nvSpPr>
        <p:spPr>
          <a:xfrm>
            <a:off x="6955631" y="3568898"/>
            <a:ext cx="2608239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content &amp; community</a:t>
            </a:r>
            <a:endParaRPr lang="en-US" sz="1310" dirty="0"/>
          </a:p>
        </p:txBody>
      </p:sp>
      <p:sp>
        <p:nvSpPr>
          <p:cNvPr id="15" name="Text 13"/>
          <p:cNvSpPr txBox="1"/>
          <p:nvPr/>
        </p:nvSpPr>
        <p:spPr>
          <a:xfrm>
            <a:off x="6955631" y="4066679"/>
            <a:ext cx="162781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referrals</a:t>
            </a:r>
            <a:endParaRPr lang="en-US" sz="1310" dirty="0"/>
          </a:p>
        </p:txBody>
      </p:sp>
      <p:sp>
        <p:nvSpPr>
          <p:cNvPr id="16" name="Text 14"/>
          <p:cNvSpPr txBox="1"/>
          <p:nvPr/>
        </p:nvSpPr>
        <p:spPr>
          <a:xfrm>
            <a:off x="6955631" y="4564459"/>
            <a:ext cx="319362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alerts that bring them back</a:t>
            </a:r>
            <a:endParaRPr lang="en-US" sz="1310" dirty="0"/>
          </a:p>
        </p:txBody>
      </p:sp>
      <p:sp>
        <p:nvSpPr>
          <p:cNvPr id="17" name="Text 15"/>
          <p:cNvSpPr txBox="1"/>
          <p:nvPr/>
        </p:nvSpPr>
        <p:spPr>
          <a:xfrm>
            <a:off x="2450703" y="5673130"/>
            <a:ext cx="117597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vendors</a:t>
            </a:r>
            <a:endParaRPr lang="en-US" sz="1170" dirty="0"/>
          </a:p>
        </p:txBody>
      </p:sp>
      <p:sp>
        <p:nvSpPr>
          <p:cNvPr id="18" name="Text 16"/>
          <p:cNvSpPr txBox="1"/>
          <p:nvPr/>
        </p:nvSpPr>
        <p:spPr>
          <a:xfrm>
            <a:off x="4496991" y="5673130"/>
            <a:ext cx="103308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choice</a:t>
            </a:r>
            <a:endParaRPr lang="en-US" sz="1170" dirty="0"/>
          </a:p>
        </p:txBody>
      </p:sp>
      <p:sp>
        <p:nvSpPr>
          <p:cNvPr id="19" name="Text 17"/>
          <p:cNvSpPr txBox="1"/>
          <p:nvPr/>
        </p:nvSpPr>
        <p:spPr>
          <a:xfrm>
            <a:off x="6409730" y="5673130"/>
            <a:ext cx="137524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customers</a:t>
            </a:r>
            <a:endParaRPr lang="en-US" sz="1170" dirty="0"/>
          </a:p>
        </p:txBody>
      </p:sp>
      <p:sp>
        <p:nvSpPr>
          <p:cNvPr id="20" name="Text 18"/>
          <p:cNvSpPr txBox="1"/>
          <p:nvPr/>
        </p:nvSpPr>
        <p:spPr>
          <a:xfrm>
            <a:off x="8642251" y="5673130"/>
            <a:ext cx="117597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vendors</a:t>
            </a:r>
            <a:endParaRPr lang="en-US" sz="1170" dirty="0"/>
          </a:p>
        </p:txBody>
      </p:sp>
      <p:sp>
        <p:nvSpPr>
          <p:cNvPr id="21" name="Text 19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408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294063"/>
            <a:ext cx="14659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or ₦999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579614"/>
            <a:ext cx="14615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3865166"/>
            <a:ext cx="16823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19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8408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294063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579614"/>
            <a:ext cx="146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orders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3865166"/>
            <a:ext cx="1056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policies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8408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294063"/>
            <a:ext cx="11649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reuse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79614"/>
            <a:ext cx="7050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local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865166"/>
            <a:ext cx="123819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income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25951"/>
            <a:ext cx="1101240" cy="297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4986139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202039"/>
            <a:ext cx="66813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24177" y="4986139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24177" y="5202039"/>
            <a:ext cx="123479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activations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28941" y="4986139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28941" y="5202039"/>
            <a:ext cx="69909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33706" y="4986139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33706" y="5202039"/>
            <a:ext cx="5980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trust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0801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4088909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path to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34977"/>
            <a:ext cx="626269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3063577"/>
            <a:ext cx="1980809" cy="6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500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product, no revenue yet</a:t>
            </a:r>
            <a:endParaRPr lang="en-US" sz="1790" dirty="0"/>
          </a:p>
        </p:txBody>
      </p:sp>
      <p:sp>
        <p:nvSpPr>
          <p:cNvPr id="7" name="Text 5"/>
          <p:cNvSpPr txBox="1"/>
          <p:nvPr/>
        </p:nvSpPr>
        <p:spPr>
          <a:xfrm>
            <a:off x="3607991" y="2834977"/>
            <a:ext cx="81109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3</a:t>
            </a:r>
            <a:endParaRPr lang="en-US" sz="860" dirty="0"/>
          </a:p>
        </p:txBody>
      </p:sp>
      <p:sp>
        <p:nvSpPr>
          <p:cNvPr id="8" name="Text 6"/>
          <p:cNvSpPr txBox="1"/>
          <p:nvPr/>
        </p:nvSpPr>
        <p:spPr>
          <a:xfrm>
            <a:off x="3607991" y="3063577"/>
            <a:ext cx="1813282" cy="6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500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on, first revenue</a:t>
            </a:r>
            <a:endParaRPr lang="en-US" sz="1790" dirty="0"/>
          </a:p>
        </p:txBody>
      </p:sp>
      <p:sp>
        <p:nvSpPr>
          <p:cNvPr id="9" name="Text 7"/>
          <p:cNvSpPr txBox="1"/>
          <p:nvPr/>
        </p:nvSpPr>
        <p:spPr>
          <a:xfrm>
            <a:off x="6600130" y="2834977"/>
            <a:ext cx="89262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6600130" y="3063577"/>
            <a:ext cx="1484598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500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1790" dirty="0"/>
          </a:p>
        </p:txBody>
      </p:sp>
      <p:sp>
        <p:nvSpPr>
          <p:cNvPr id="11" name="Text 9"/>
          <p:cNvSpPr txBox="1"/>
          <p:nvPr/>
        </p:nvSpPr>
        <p:spPr>
          <a:xfrm>
            <a:off x="9592171" y="2834977"/>
            <a:ext cx="6411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60" dirty="0"/>
          </a:p>
        </p:txBody>
      </p:sp>
      <p:sp>
        <p:nvSpPr>
          <p:cNvPr id="12" name="Text 10"/>
          <p:cNvSpPr txBox="1"/>
          <p:nvPr/>
        </p:nvSpPr>
        <p:spPr>
          <a:xfrm>
            <a:off x="9592171" y="3063577"/>
            <a:ext cx="1831330" cy="6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500"/>
              </a:lnSpc>
              <a:buNone/>
            </a:pPr>
            <a:r>
              <a:rPr lang="en-US" sz="1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Profitable and scaling</a:t>
            </a:r>
            <a:endParaRPr lang="en-US" sz="1790" dirty="0"/>
          </a:p>
        </p:txBody>
      </p:sp>
      <p:sp>
        <p:nvSpPr>
          <p:cNvPr id="13" name="Text 11"/>
          <p:cNvSpPr txBox="1"/>
          <p:nvPr/>
        </p:nvSpPr>
        <p:spPr>
          <a:xfrm>
            <a:off x="1225451" y="4656832"/>
            <a:ext cx="268542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every month</a:t>
            </a:r>
            <a:endParaRPr lang="en-US" sz="1310" dirty="0"/>
          </a:p>
        </p:txBody>
      </p:sp>
      <p:sp>
        <p:nvSpPr>
          <p:cNvPr id="14" name="Text 12"/>
          <p:cNvSpPr txBox="1"/>
          <p:nvPr/>
        </p:nvSpPr>
        <p:spPr>
          <a:xfrm>
            <a:off x="5065911" y="4656832"/>
            <a:ext cx="1447441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stay lean</a:t>
            </a:r>
            <a:endParaRPr lang="en-US" sz="1310" dirty="0"/>
          </a:p>
        </p:txBody>
      </p:sp>
      <p:sp>
        <p:nvSpPr>
          <p:cNvPr id="15" name="Text 13"/>
          <p:cNvSpPr txBox="1"/>
          <p:nvPr/>
        </p:nvSpPr>
        <p:spPr>
          <a:xfrm>
            <a:off x="8906371" y="4536182"/>
            <a:ext cx="26269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checked against live billing</a:t>
            </a:r>
            <a:endParaRPr lang="en-US" sz="1310" dirty="0"/>
          </a:p>
        </p:txBody>
      </p:sp>
      <p:sp>
        <p:nvSpPr>
          <p:cNvPr id="16" name="Text 14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4538113" y="6501011"/>
            <a:ext cx="2297815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333"/>
              </a:lnSpc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Estimates, to be validated with live billing data.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57383" y="572691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1357511" y="2114054"/>
            <a:ext cx="123829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380" dirty="0"/>
          </a:p>
        </p:txBody>
      </p:sp>
      <p:sp>
        <p:nvSpPr>
          <p:cNvPr id="6" name="Text 4"/>
          <p:cNvSpPr txBox="1"/>
          <p:nvPr/>
        </p:nvSpPr>
        <p:spPr>
          <a:xfrm>
            <a:off x="1357511" y="2411214"/>
            <a:ext cx="12210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830" dirty="0"/>
          </a:p>
        </p:txBody>
      </p:sp>
      <p:sp>
        <p:nvSpPr>
          <p:cNvPr id="7" name="Text 5"/>
          <p:cNvSpPr txBox="1"/>
          <p:nvPr/>
        </p:nvSpPr>
        <p:spPr>
          <a:xfrm>
            <a:off x="5211465" y="2034778"/>
            <a:ext cx="157292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380" dirty="0"/>
          </a:p>
        </p:txBody>
      </p:sp>
      <p:sp>
        <p:nvSpPr>
          <p:cNvPr id="8" name="Text 6"/>
          <p:cNvSpPr txBox="1"/>
          <p:nvPr/>
        </p:nvSpPr>
        <p:spPr>
          <a:xfrm>
            <a:off x="5211465" y="2331938"/>
            <a:ext cx="2742430" cy="31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BUSINESS DEVELOPMENT LEAD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9065518" y="2114054"/>
            <a:ext cx="119763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380" dirty="0"/>
          </a:p>
        </p:txBody>
      </p:sp>
      <p:sp>
        <p:nvSpPr>
          <p:cNvPr id="10" name="Text 8"/>
          <p:cNvSpPr txBox="1"/>
          <p:nvPr/>
        </p:nvSpPr>
        <p:spPr>
          <a:xfrm>
            <a:off x="9065518" y="2411214"/>
            <a:ext cx="27130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ENGINEERING LEAD</a:t>
            </a:r>
            <a:endParaRPr lang="en-US" sz="830" dirty="0"/>
          </a:p>
        </p:txBody>
      </p:sp>
      <p:sp>
        <p:nvSpPr>
          <p:cNvPr id="11" name="Text 9"/>
          <p:cNvSpPr txBox="1"/>
          <p:nvPr/>
        </p:nvSpPr>
        <p:spPr>
          <a:xfrm>
            <a:off x="1357511" y="3325316"/>
            <a:ext cx="10770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380" dirty="0"/>
          </a:p>
        </p:txBody>
      </p:sp>
      <p:sp>
        <p:nvSpPr>
          <p:cNvPr id="12" name="Text 10"/>
          <p:cNvSpPr txBox="1"/>
          <p:nvPr/>
        </p:nvSpPr>
        <p:spPr>
          <a:xfrm>
            <a:off x="1357511" y="3622477"/>
            <a:ext cx="21990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830" dirty="0"/>
          </a:p>
        </p:txBody>
      </p:sp>
      <p:sp>
        <p:nvSpPr>
          <p:cNvPr id="13" name="Text 11"/>
          <p:cNvSpPr txBox="1"/>
          <p:nvPr/>
        </p:nvSpPr>
        <p:spPr>
          <a:xfrm>
            <a:off x="5211465" y="3325316"/>
            <a:ext cx="17785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380" dirty="0"/>
          </a:p>
        </p:txBody>
      </p:sp>
      <p:sp>
        <p:nvSpPr>
          <p:cNvPr id="14" name="Text 12"/>
          <p:cNvSpPr txBox="1"/>
          <p:nvPr/>
        </p:nvSpPr>
        <p:spPr>
          <a:xfrm>
            <a:off x="5211465" y="3622477"/>
            <a:ext cx="21897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STRATEGY LEAD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9065518" y="3325316"/>
            <a:ext cx="158725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380" dirty="0"/>
          </a:p>
        </p:txBody>
      </p:sp>
      <p:sp>
        <p:nvSpPr>
          <p:cNvPr id="16" name="Text 14"/>
          <p:cNvSpPr txBox="1"/>
          <p:nvPr/>
        </p:nvSpPr>
        <p:spPr>
          <a:xfrm>
            <a:off x="9065518" y="3622477"/>
            <a:ext cx="11221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830" dirty="0"/>
          </a:p>
        </p:txBody>
      </p:sp>
      <p:sp>
        <p:nvSpPr>
          <p:cNvPr id="17" name="Text 15"/>
          <p:cNvSpPr txBox="1"/>
          <p:nvPr/>
        </p:nvSpPr>
        <p:spPr>
          <a:xfrm>
            <a:off x="1357511" y="4457303"/>
            <a:ext cx="21118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1357511" y="4754463"/>
            <a:ext cx="1999175" cy="31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LEAD (INSTAGRAM &amp; SUBSTACK)</a:t>
            </a:r>
            <a:endParaRPr lang="en-US" sz="830" dirty="0"/>
          </a:p>
        </p:txBody>
      </p:sp>
      <p:sp>
        <p:nvSpPr>
          <p:cNvPr id="19" name="Text 17"/>
          <p:cNvSpPr txBox="1"/>
          <p:nvPr/>
        </p:nvSpPr>
        <p:spPr>
          <a:xfrm>
            <a:off x="5211465" y="4457303"/>
            <a:ext cx="19005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5211465" y="4754463"/>
            <a:ext cx="1999175" cy="310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LEAD (FACEBOOK &amp; TIKTOK)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9065518" y="4536579"/>
            <a:ext cx="126377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380" dirty="0"/>
          </a:p>
        </p:txBody>
      </p:sp>
      <p:sp>
        <p:nvSpPr>
          <p:cNvPr id="22" name="Text 20"/>
          <p:cNvSpPr txBox="1"/>
          <p:nvPr/>
        </p:nvSpPr>
        <p:spPr>
          <a:xfrm>
            <a:off x="9065518" y="4833739"/>
            <a:ext cx="22519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30" b="1" spc="10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LEAD (X)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91173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94491" y="572691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155031"/>
            <a:ext cx="36277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22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your support goes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048198"/>
            <a:ext cx="104805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growth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170164" y="3048198"/>
            <a:ext cx="30241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290590"/>
            <a:ext cx="99189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155083" y="3290590"/>
            <a:ext cx="317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532981"/>
            <a:ext cx="9655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155083" y="3532981"/>
            <a:ext cx="3175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3775373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194671" y="3775373"/>
            <a:ext cx="27791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017764"/>
            <a:ext cx="101545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reserve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180582" y="4017764"/>
            <a:ext cx="29200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6228060" y="1071761"/>
            <a:ext cx="18235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12 MONTHS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6498530" y="1643162"/>
            <a:ext cx="2039730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4130" dirty="0"/>
          </a:p>
        </p:txBody>
      </p:sp>
      <p:sp>
        <p:nvSpPr>
          <p:cNvPr id="18" name="Text 16"/>
          <p:cNvSpPr txBox="1"/>
          <p:nvPr/>
        </p:nvSpPr>
        <p:spPr>
          <a:xfrm>
            <a:off x="8608020" y="2087662"/>
            <a:ext cx="6444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2966442"/>
            <a:ext cx="1421961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4130" dirty="0"/>
          </a:p>
        </p:txBody>
      </p:sp>
      <p:sp>
        <p:nvSpPr>
          <p:cNvPr id="20" name="Text 18"/>
          <p:cNvSpPr txBox="1"/>
          <p:nvPr/>
        </p:nvSpPr>
        <p:spPr>
          <a:xfrm>
            <a:off x="8030666" y="3410942"/>
            <a:ext cx="973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98530" y="4289723"/>
            <a:ext cx="177421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4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</a:t>
            </a:r>
            <a:endParaRPr lang="en-US" sz="4130" dirty="0"/>
          </a:p>
        </p:txBody>
      </p:sp>
      <p:sp>
        <p:nvSpPr>
          <p:cNvPr id="22" name="Text 20"/>
          <p:cNvSpPr txBox="1"/>
          <p:nvPr/>
        </p:nvSpPr>
        <p:spPr>
          <a:xfrm>
            <a:off x="8359874" y="4734223"/>
            <a:ext cx="1914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10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AND EARNING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41248" y="6659959"/>
            <a:ext cx="733723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VISIT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23840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69984" y="572691"/>
            <a:ext cx="22066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2035671"/>
            <a:ext cx="6349991" cy="2449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</a:t>
            </a:r>
            <a:endParaRPr lang="en-US" sz="50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trust.</a:t>
            </a:r>
            <a:endParaRPr lang="en-US" sz="50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50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5090" dirty="0"/>
          </a:p>
        </p:txBody>
      </p:sp>
      <p:sp>
        <p:nvSpPr>
          <p:cNvPr id="5" name="Text 3"/>
          <p:cNvSpPr txBox="1"/>
          <p:nvPr/>
        </p:nvSpPr>
        <p:spPr>
          <a:xfrm>
            <a:off x="904081" y="4805660"/>
            <a:ext cx="150476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380" dirty="0"/>
          </a:p>
        </p:txBody>
      </p:sp>
      <p:sp>
        <p:nvSpPr>
          <p:cNvPr id="6" name="Text 4"/>
          <p:cNvSpPr txBox="1"/>
          <p:nvPr/>
        </p:nvSpPr>
        <p:spPr>
          <a:xfrm>
            <a:off x="2885480" y="4805660"/>
            <a:ext cx="119094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7497465" y="5622230"/>
            <a:ext cx="417575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once. Find us everywhere.</a:t>
            </a:r>
            <a:endParaRPr lang="en-US" sz="1930" dirty="0"/>
          </a:p>
        </p:txBody>
      </p:sp>
      <p:sp>
        <p:nvSpPr>
          <p:cNvPr id="8" name="Text 6"/>
          <p:cNvSpPr txBox="1"/>
          <p:nvPr/>
        </p:nvSpPr>
        <p:spPr>
          <a:xfrm>
            <a:off x="792460" y="6473031"/>
            <a:ext cx="81300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030" dirty="0"/>
          </a:p>
        </p:txBody>
      </p:sp>
      <p:sp>
        <p:nvSpPr>
          <p:cNvPr id="9" name="Text 7"/>
          <p:cNvSpPr txBox="1"/>
          <p:nvPr/>
        </p:nvSpPr>
        <p:spPr>
          <a:xfrm>
            <a:off x="3589834" y="6473031"/>
            <a:ext cx="8776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@levromart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9613305" y="6473130"/>
            <a:ext cx="112852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10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2026-10-25T01:39:06Z</dcterms:created>
  <dcterms:modified xsi:type="dcterms:W3CDTF">2026-10-25T01:39:06Z</dcterms:modified>
</cp:coreProperties>
</file>